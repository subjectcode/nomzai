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HACKATHON SUBMISSION — HEALTHCARE &amp; WELLBEING</a:t>
            </a:r>
          </a:p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Nomz AI Food Rescue Assistant</a:t>
            </a:r>
          </a:p>
          <a:p>
            <a:pPr>
              <a:spcAft>
                <a:spcPts val="3600"/>
              </a:spcAft>
              <a:defRPr sz="1800">
                <a:solidFill>
                  <a:srgbClr val="CBD5E1"/>
                </a:solidFill>
              </a:defRPr>
            </a:pPr>
            <a:r>
              <a:t>Solusi Cerdas Penyelamat Bahan Makanan Dapur:</a:t>
            </a:r>
            <a:br/>
            <a:r>
              <a:t>Pindai Bahan Sisa, Cegah Food Waste, dan Temukan Rekomendasi Masakan Sehat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Pengembang: Tim Nomz AI  |  Tech Stack: React Native, FastAPI, Google Gemini, Langflow V2, IBM Bob/MCP</a:t>
            </a:r>
            <a:br/>
            <a:r>
              <a:t>Status: Produksi Siap Pakai (Universal Android APK v1.0.0 &amp; Railway Backend Live)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NOMZ AI FOOD RESCUE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Tantangan Nyata: Food Waste Rumah Tangga &amp; Dilema Dapur Anak Kos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73152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Dilema 'Masak Apa Hari Ini?'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</a:defRPr>
            </a:pPr>
            <a:r>
              <a:t>Banyak orang, khususnya anak kos dan keluarga muda, bingung mengolah bahan mentah atau sisa makanan yang tersisa sedikit di kulkas sehingga akhirnya dibiarkan membusuk.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920240"/>
            <a:ext cx="731520" cy="91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Bahan Makanan Cepat Rusak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</a:defRPr>
            </a:pPr>
            <a:r>
              <a:t>Bahan segar seperti sayuran, cabai, tahu, dan daging mudah busuk dalam 2-4 hari jika tidak segera diolah. Pembelian berulang menambah beban finansial bulanan.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731520" cy="914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Kesenjangan Resep Konvensional</a:t>
            </a:r>
          </a:p>
          <a:p>
            <a:pPr>
              <a:lnSpc>
                <a:spcPct val="130000"/>
              </a:lnSpc>
              <a:defRPr sz="1300">
                <a:solidFill>
                  <a:srgbClr val="64748B"/>
                </a:solidFill>
              </a:defRPr>
            </a:pPr>
            <a:r>
              <a:t>Aplikasi resep biasa menuntut bahan lengkap dari awal. Saat pengguna kekurangan 1-2 bahan, mereka batal memasak dan memilih beli makanan luar yang lebih boros.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NOMZ AI FOOD RESCUE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Solusi Nomz: Dari Bahan Sisa Menjadi Hidangan Lezat &amp; Bergizi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1. Multimodal AI Scan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</a:defRPr>
            </a:pPr>
            <a:r>
              <a:t>Cukup foto isi kulkas atau meja dapur. AI mendeteksi bahan mentah (sayur, protein, bumbu) secara otomatis dengan confidence score visual.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03320" y="19202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9202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6032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2. Validasi Transparan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</a:defRPr>
            </a:pPr>
            <a:r>
              <a:t>Prinsip Human-in-the-Loop: Pengguna bebas menyesuaikan jumlah takaran, menghapus salah deteksi, atau menambah bumbu yang ada di dapur.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3. Rekomendasi Langflow V2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</a:defRPr>
            </a:pPr>
            <a:r>
              <a:t>Mesin orkestrasi mencocokkan resep masakan Nusantara berdasarkan stok yang ada, meminimalkan bahan tambahan yang harus dibeli.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98280" y="19202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9202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56032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4. Panduan Step-by-Step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</a:defRPr>
            </a:pPr>
            <a:r>
              <a:t>Instruksi memasak ringkas, estimasi biaya, takaran bumbu, dan kurasi video YouTube agar pengguna sukses mengeksekusi resep.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NOMZ AI FOOD RESCUE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Alur Produk: 5 Tahap Pengalaman Pengguna di Aplikasi Android</a:t>
            </a:r>
          </a:p>
        </p:txBody>
      </p:sp>
      <p:pic>
        <p:nvPicPr>
          <p:cNvPr id="5" name="Picture 4" descr="01-ber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01168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89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1. Beranda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Aksi cepat &amp; metrik</a:t>
            </a:r>
          </a:p>
        </p:txBody>
      </p:sp>
      <p:pic>
        <p:nvPicPr>
          <p:cNvPr id="7" name="Picture 6" descr="02-deteksi-ba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645920"/>
            <a:ext cx="2011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26080" y="5989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2. Deteksi AI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Foto &amp; kurasi bahan</a:t>
            </a:r>
          </a:p>
        </p:txBody>
      </p:sp>
      <p:pic>
        <p:nvPicPr>
          <p:cNvPr id="9" name="Picture 8" descr="03-rekomendasi-res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45920"/>
            <a:ext cx="2011680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0" y="5989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3. Rekomendasi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Pantry match scoring</a:t>
            </a:r>
          </a:p>
        </p:txBody>
      </p:sp>
      <p:pic>
        <p:nvPicPr>
          <p:cNvPr id="11" name="Picture 10" descr="04-panduan-memasa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199" y="1645920"/>
            <a:ext cx="2011680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9" y="5989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4. Detail Resep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Panduan 9 langkah</a:t>
            </a:r>
          </a:p>
        </p:txBody>
      </p:sp>
      <p:pic>
        <p:nvPicPr>
          <p:cNvPr id="13" name="Picture 12" descr="05-profil-dampa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1645920"/>
            <a:ext cx="2011680" cy="4297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09760" y="5989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5. Profil Dampak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Penyelamatan pangan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NOMZ AI FOOD RESCUE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Arsitektur AI: Pipeline Multimodal &amp; Orkestrasi Langflow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74519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83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Tahap 1: Multimodal Vision  —  </a:t>
            </a:r>
            <a:r>
              <a:rPr sz="1200" b="1">
                <a:solidFill>
                  <a:srgbClr val="10B981"/>
                </a:solidFill>
              </a:rPr>
              <a:t>[Google Gemini 2.5/Flash]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Menganalisis foto bahan mentah. Mengembalikan JSON terstruktur nama bahan, estimasi kuantitas cerdas, dan confidence score (0.0 - 1.0).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725912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01752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79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Tahap 2: Validasi Pengguna  —  </a:t>
            </a:r>
            <a:r>
              <a:rPr sz="1200" b="1">
                <a:solidFill>
                  <a:srgbClr val="10B981"/>
                </a:solidFill>
              </a:rPr>
              <a:t>[Human-in-the-Loop]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Pengguna mengonfirmasi foto dan hasil deteksi. Mengedit jumlah porsi via stepper, menambah atau menghapus bahan sebelum resep diminta.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5912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416052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69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Tahap 3: Mesin Langflow V2  —  </a:t>
            </a:r>
            <a:r>
              <a:rPr sz="1200" b="1">
                <a:solidFill>
                  <a:srgbClr val="10B981"/>
                </a:solidFill>
              </a:rPr>
              <a:t>[Multi-Agent Flow Orchestration]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Prompt chaining &amp; retrieval berbasis kecocokan stok dapur (Pantry Match Score). Mengelompokkan bahan utama vs bumbu pelengkap umum.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725912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530352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212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Tahap 4: Kurasi Masakan  —  </a:t>
            </a:r>
            <a:r>
              <a:rPr sz="1200" b="1">
                <a:solidFill>
                  <a:srgbClr val="10B981"/>
                </a:solidFill>
              </a:rPr>
              <a:t>[FastAPI Response Engine]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Menghasilkan resep terstruktur: estimasi waktu, tingkat kesulitan, takaran bumbu, instruksi langkah demi langkah, dan video tutorial.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NOMZ AI FOOD RESCUE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Peran IBM Bob &amp; Model Context Protocol (MCP) dalam Siklus Rekayasa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Peran Nyata: Developer &amp; QA Orchestrator</a:t>
            </a:r>
          </a:p>
          <a:p>
            <a:pPr>
              <a:spcAft>
                <a:spcPts val="1000"/>
              </a:spcAft>
              <a:defRPr b="1" sz="1200">
                <a:solidFill>
                  <a:srgbClr val="0F766E"/>
                </a:solidFill>
              </a:defRPr>
            </a:pPr>
            <a:r>
              <a:t>• Bukan Chatbot Dalam Aplikasi: </a:t>
            </a:r>
            <a:r>
              <a:rPr b="0">
                <a:solidFill>
                  <a:srgbClr val="64748B"/>
                </a:solidFill>
              </a:rPr>
              <a:t>IBM Bob tidak dipasang sebagai asisten chat UI bagi pengguna akhir, melainkan bertindak sebagai Agentic Development Environment.</a:t>
            </a:r>
          </a:p>
          <a:p>
            <a:pPr>
              <a:spcAft>
                <a:spcPts val="1000"/>
              </a:spcAft>
              <a:defRPr b="1" sz="1200">
                <a:solidFill>
                  <a:srgbClr val="0F766E"/>
                </a:solidFill>
              </a:defRPr>
            </a:pPr>
            <a:r>
              <a:t>• MCP Tooling Integration: </a:t>
            </a:r>
            <a:r>
              <a:rPr b="0">
                <a:solidFill>
                  <a:srgbClr val="64748B"/>
                </a:solidFill>
              </a:rPr>
              <a:t>Memanfaatkan server Model Context Protocol untuk membaca konteks basis kode, database schema, dan manajemen tugas secara otonom.</a:t>
            </a:r>
          </a:p>
          <a:p>
            <a:pPr>
              <a:spcAft>
                <a:spcPts val="1000"/>
              </a:spcAft>
              <a:defRPr b="1" sz="1200">
                <a:solidFill>
                  <a:srgbClr val="0F766E"/>
                </a:solidFill>
              </a:defRPr>
            </a:pPr>
            <a:r>
              <a:t>• Automasi Regression Testing: </a:t>
            </a:r>
            <a:r>
              <a:rPr b="0">
                <a:solidFill>
                  <a:srgbClr val="64748B"/>
                </a:solidFill>
              </a:rPr>
              <a:t>IBM Bob mengeksekusi skenario uji end-to-end, verifikasi schema JWT auth, integrasi Langflow V2, dan audit konsistensi APK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Efisiensi Rekayasa &amp; Keandalan Produksi</a:t>
            </a:r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• Deteksi Dini Bug Arsitektur: </a:t>
            </a:r>
            <a:r>
              <a:rPr b="0">
                <a:solidFill>
                  <a:srgbClr val="64748B"/>
                </a:solidFill>
              </a:rPr>
              <a:t>Mengidentifikasi kegagalan ABI x86 vs ARM pada build Android sebelumnya dan mengarahkan pembuatan Universal Release APK.</a:t>
            </a:r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• Validasi Kontrak API: </a:t>
            </a:r>
            <a:r>
              <a:rPr b="0">
                <a:solidFill>
                  <a:srgbClr val="64748B"/>
                </a:solidFill>
              </a:rPr>
              <a:t>Memastikan keselarasan schema Pydantic antara backend FastAPI dengan DTO TypeScript di React Native secara deterministik.</a:t>
            </a:r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• Penyelarasan Prompt Langflow: </a:t>
            </a:r>
            <a:r>
              <a:rPr b="0">
                <a:solidFill>
                  <a:srgbClr val="64748B"/>
                </a:solidFill>
              </a:rPr>
              <a:t>Menguji variasi prompt masakan Nusantara agar model AI tidak mengarang bahan non-eksisten atau langkah berbahaya.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NOMZ AI FOOD RESCUE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Teknologi &amp; Implementasi: Stack Produksi Modern &amp; Teruji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Mobile Frontend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</a:defRPr>
            </a:pPr>
            <a:r>
              <a:t>React Native 0.76 &amp; Expo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Antarmuka responsif 5-tab, Camera &amp; PhotoPicker native, state management offline-ready, kompatibel Android 7.0+ (API 24-36).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Backend Services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</a:defRPr>
            </a:pPr>
            <a:r>
              <a:t>FastAPI &amp; Python 3.11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Arsitektur RESTful asinkron, schema validation Pydantic V2, multipart image upload, JWT token &amp; Google OAuth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82880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Database &amp; Deploy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</a:defRPr>
            </a:pPr>
            <a:r>
              <a:t>PostgreSQL &amp; Railway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Penyimpanan relasional profil pengguna, histori resep tersimpan, dan metadata pantry. Deployed live di Railway Cloud.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Multimodal Vision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</a:defRPr>
            </a:pPr>
            <a:r>
              <a:t>Google Gemini AI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Multimodal reasoning untuk identifikasi bahan mentah lokal (bawang merah, cabai rawit, tempe, daging) dengan JSON schema terstruktur.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8620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Workflow Engine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</a:defRPr>
            </a:pPr>
            <a:r>
              <a:t>Langflow V2 Orchestration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Mesin rekomendasi resep multi-agent dengan scoring kecocokan stok bahan (Pantry Match) dan fallback cerdas.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8620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06908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Media &amp; Integrasi</a:t>
            </a:r>
          </a:p>
          <a:p>
            <a:pPr>
              <a:spcAft>
                <a:spcPts val="600"/>
              </a:spcAft>
              <a:defRPr sz="1100" b="1">
                <a:solidFill>
                  <a:srgbClr val="0D9488"/>
                </a:solidFill>
              </a:defRPr>
            </a:pPr>
            <a:r>
              <a:t>YouTube Data API v3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Kurasi video tutorial memasak praktis yang relevan dengan resep yang disarankan langsung di dalam aplikasi.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NOMZ AI FOOD RESCUE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Keandalan Rekayasa &amp; Penerapan Responsible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83 / 83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Backend Test Passed (Pytest)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0 Error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TypeScript Strict Compilation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v1.0.0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Release APK Universal 38.9 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ARM + x86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Kompatibilitas Multi-Arsitektur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4612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Human-in-the-Loop Validation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</a:defRPr>
            </a:pPr>
            <a:r>
              <a:t>AI tidak pernah langsung mengeksekusi rekomendasi tanpa persetujuan pengguna. Pengguna memiliki kontrol penuh untuk memverifikasi bahan, mengubah kuantitas, atau menambah bahan manual.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6324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24612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Mitigasi Halusinasi &amp; Kebersihan Data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</a:defRPr>
            </a:pPr>
            <a:r>
              <a:t>Prompt vision dilengkapi aturan ketat: hanya mendeteksi bahan yang kasat mata, melarang asumsi bumbu tak terlihat (seperti garam/minyak), dan menghasilkan confidence score transparan.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063240"/>
            <a:ext cx="3429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24612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Batasan &amp; Keselamatan Pangan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</a:defRPr>
            </a:pPr>
            <a:r>
              <a:t>Aplikasi tidak memberikan klaim medis atau diagnosis klinis. Pengguna diberi peringatan untuk memeriksa kesegaran bahan dan potensi alergi secara mandiri sebelum memasak.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NOMZ AI FOOD RESCUE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Dampak Sosial, Kesejahteraan, &amp; Peta Jalan Skalabilitas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Potensi Dampak (Healthcare &amp; Wellbeing)</a:t>
            </a:r>
          </a:p>
          <a:p>
            <a:pPr>
              <a:spcAft>
                <a:spcPts val="800"/>
              </a:spcAft>
              <a:defRPr b="1" sz="1150">
                <a:solidFill>
                  <a:srgbClr val="0F766E"/>
                </a:solidFill>
              </a:defRPr>
            </a:pPr>
            <a:r>
              <a:t>• Pengurangan Food Waste Dapur: </a:t>
            </a:r>
            <a:r>
              <a:rPr b="0">
                <a:solidFill>
                  <a:srgbClr val="64748B"/>
                </a:solidFill>
              </a:rPr>
              <a:t>Membantu menyelamatkan rata-rata 1-2 kg bahan makanan per rumah tangga setiap minggu yang sebelumnya berisiko terbuang.</a:t>
            </a:r>
          </a:p>
          <a:p>
            <a:pPr>
              <a:spcAft>
                <a:spcPts val="800"/>
              </a:spcAft>
              <a:defRPr b="1" sz="1150">
                <a:solidFill>
                  <a:srgbClr val="0F766E"/>
                </a:solidFill>
              </a:defRPr>
            </a:pPr>
            <a:r>
              <a:t>• Penghematan Finansial: </a:t>
            </a:r>
            <a:r>
              <a:rPr b="0">
                <a:solidFill>
                  <a:srgbClr val="64748B"/>
                </a:solidFill>
              </a:rPr>
              <a:t>Menekan pengeluaran belanja makanan di luar dengan memaksimalkan konsumsi bahan yang sudah dibeli.</a:t>
            </a:r>
          </a:p>
          <a:p>
            <a:pPr>
              <a:spcAft>
                <a:spcPts val="800"/>
              </a:spcAft>
              <a:defRPr b="1" sz="1150">
                <a:solidFill>
                  <a:srgbClr val="0F766E"/>
                </a:solidFill>
              </a:defRPr>
            </a:pPr>
            <a:r>
              <a:t>• Peningkatan Kualitas Gizi: </a:t>
            </a:r>
            <a:r>
              <a:rPr b="0">
                <a:solidFill>
                  <a:srgbClr val="64748B"/>
                </a:solidFill>
              </a:rPr>
              <a:t>Mendorong kebiasaan memasak makanan segar dan higienis sendiri daripada mengonsumsi makanan instan atau ultra-processed food.</a:t>
            </a:r>
          </a:p>
          <a:p>
            <a:pPr>
              <a:spcAft>
                <a:spcPts val="800"/>
              </a:spcAft>
              <a:defRPr b="1" sz="1150">
                <a:solidFill>
                  <a:srgbClr val="0F766E"/>
                </a:solidFill>
              </a:defRPr>
            </a:pPr>
            <a:r>
              <a:t>• Kesadaran Konsumsi Berkelanjutan: </a:t>
            </a:r>
            <a:r>
              <a:rPr b="0">
                <a:solidFill>
                  <a:srgbClr val="64748B"/>
                </a:solidFill>
              </a:rPr>
              <a:t>Visualisasi metrik kg terselamatkan di tab profil membangun kebiasaan mindful consumption jangka panjang.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Peta Jalan Skalabilitas (Roadmap)</a:t>
            </a:r>
          </a:p>
          <a:p>
            <a:pPr>
              <a:spcAft>
                <a:spcPts val="800"/>
              </a:spcAft>
              <a:defRPr b="1" sz="1150">
                <a:solidFill>
                  <a:srgbClr val="10B981"/>
                </a:solidFill>
              </a:defRPr>
            </a:pPr>
            <a:r>
              <a:t>• Fase 1 (Selesai): Core App &amp; AI Pipeline: </a:t>
            </a:r>
            <a:r>
              <a:rPr b="0">
                <a:solidFill>
                  <a:srgbClr val="64748B"/>
                </a:solidFill>
              </a:rPr>
              <a:t>Deteksi visual Gemini, kurasi Langflow V2, autentikasi multi-provider, dan build release universal.</a:t>
            </a:r>
          </a:p>
          <a:p>
            <a:pPr>
              <a:spcAft>
                <a:spcPts val="800"/>
              </a:spcAft>
              <a:defRPr b="1" sz="1150">
                <a:solidFill>
                  <a:srgbClr val="10B981"/>
                </a:solidFill>
              </a:defRPr>
            </a:pPr>
            <a:r>
              <a:t>• Fase 2: Auto-Deduct Inventory Pantry: </a:t>
            </a:r>
            <a:r>
              <a:rPr b="0">
                <a:solidFill>
                  <a:srgbClr val="64748B"/>
                </a:solidFill>
              </a:rPr>
              <a:t>Stok bahan di profil otomatis berkurang setelah pengguna menyelesaikan panduan memasak.</a:t>
            </a:r>
          </a:p>
          <a:p>
            <a:pPr>
              <a:spcAft>
                <a:spcPts val="800"/>
              </a:spcAft>
              <a:defRPr b="1" sz="1150">
                <a:solidFill>
                  <a:srgbClr val="10B981"/>
                </a:solidFill>
              </a:defRPr>
            </a:pPr>
            <a:r>
              <a:t>• Fase 3: Smart Grocery &amp; Expiry Reminder: </a:t>
            </a:r>
            <a:r>
              <a:rPr b="0">
                <a:solidFill>
                  <a:srgbClr val="64748B"/>
                </a:solidFill>
              </a:rPr>
              <a:t>Notifikasi bahan yang mendekati masa kedaluwarsa serta rekomendasi daftar belanja hemat otomatis.</a:t>
            </a:r>
          </a:p>
          <a:p>
            <a:pPr>
              <a:spcAft>
                <a:spcPts val="800"/>
              </a:spcAft>
              <a:defRPr b="1" sz="1150">
                <a:solidFill>
                  <a:srgbClr val="10B981"/>
                </a:solidFill>
              </a:defRPr>
            </a:pPr>
            <a:r>
              <a:t>• Fase 4: Komunitas &amp; Food Sharing: </a:t>
            </a:r>
            <a:r>
              <a:rPr b="0">
                <a:solidFill>
                  <a:srgbClr val="64748B"/>
                </a:solidFill>
              </a:rPr>
              <a:t>Integrasi donasi bahan makanan berlebih kepada tetangga atau bank makanan lokal.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TERIMA KASIH — NOMZ AI FOOD RESCUE ASSISTANT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Ubah Bahan Sisa Jadi Masakan Berharga.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Nomz hadir untuk menjawab masalah nyata food waste dengan pendekatan AI yang bertanggung jawab, transparan, dan mudah digunakan oleh semua kalangan.</a:t>
            </a:r>
          </a:p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Tautan Proyek &amp; Akses Publik: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→ GitHub Repository: https://github.com/subjectcode/NomzAI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→ Official Release v1.0.0: https://github.com/subjectcode/NomzAI/releases/tag/v1.0.0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→ Direct APK Download: https://github.com/subjectcode/NomzAI/releases/download/v1.0.0/Nomz-v1.0.0-android-universal.apk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→ Production API: https://nomz-backend-production.up.railway.app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